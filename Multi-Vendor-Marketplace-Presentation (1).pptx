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F8B8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206240" cy="4206240"/>
          </a:xfrm>
          <a:prstGeom prst="ellipse">
            <a:avLst/>
          </a:prstGeom>
          <a:solidFill>
            <a:srgbClr val="FF6B5B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SHOP-BASED E-COMMERCE PLATFORM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Multi-Vendor Local Marketplace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where local wholesalers and brand retailers each run their own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virtual shop — for buyers who want a specific seller, not a random 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70916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Presentation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Patel Tarang G.   2. Gameti Jinil M.   3. Panchal Harsh K.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Patel Jenil K.   5. Patel Shubham H.   6. Patel Shivang C.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Vishwakarma Government Engineering College · Information Technology</a:t>
            </a:r>
            <a:endParaRPr lang="en-US" sz="12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Local Marketplace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e-commerce platforms dump every seller's products into one flat, mixed catalogue. That breaks how local wholesale and brand retail actually works — a customer who wants a specific grocer's brand ends up scrolling past unrelated sellers' versions of the same item.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EAF2F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862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this?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wholesalers, brand owners, and neighbourhood shop owners who want a real online storefront customers can find directly — without competing inside a mixed listing.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828800"/>
            <a:ext cx="457200" cy="457200"/>
          </a:xfrm>
          <a:prstGeom prst="ellipse">
            <a:avLst/>
          </a:prstGeom>
          <a:solidFill>
            <a:srgbClr val="FBEAE8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5B"/>
                </a:solidFill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78040" y="1828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Marketplace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214884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catalogue — every seller's products mixed together, buyers can't shop a specific store.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338328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3611880"/>
            <a:ext cx="457200" cy="457200"/>
          </a:xfrm>
          <a:prstGeom prst="ellipse">
            <a:avLst/>
          </a:prstGeom>
          <a:solidFill>
            <a:srgbClr val="E1F3EF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8B8D"/>
                </a:solidFill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78040" y="3611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Idea: Shop-Based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78040" y="39319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approved seller runs an independent virtual shop. Buyers enter a shop and browse only its products — like visiting a physical store.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516636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0B3D62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5166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an online storefront model, not a mixed listing model.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Local Marketplace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67335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Seller Shops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sellers register, get admin-approved, and run their own independent shop.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234440" y="2478024"/>
            <a:ext cx="987552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33472"/>
            <a:ext cx="502920" cy="50292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56946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Catalogues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28803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each shop's product catalogue isolated and visible only within that shop.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234440" y="3374136"/>
            <a:ext cx="987552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29584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46557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Buyer Journey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37764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buyers discover shops, browse by shop, add to cart, and place orders.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234440" y="4270248"/>
            <a:ext cx="987552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425696"/>
            <a:ext cx="502920" cy="50292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425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436168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Lean, Practical Stack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34440" y="467258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stack minimal: plain React (JavaScript), Node/Express, MongoDB only.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234440" y="5166360"/>
            <a:ext cx="987552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321808"/>
            <a:ext cx="502920" cy="50292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321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34440" y="52578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Image-Heavy Catalogues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34440" y="556869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product photos at scale without slowing the platform down.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Local Marketplace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70916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6035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Fits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 (JavaScript)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dev, component-based UI, no TS 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Utility-first, quick to build, no separate CSS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Mgmt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API + useReducer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Enough for cart/auth; skips Redux boilerplate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Express.js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 everywhere (MERN-style), simple REST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(only)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Schema-flexible — fits shops/products/orders well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bcrypt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 auth, role-based access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Cloudinary CDN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tier, auto-optimized image 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Razorpay Payment Links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India-first, fast to integrate, no PCI burden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/ Vercel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Free-tier friendly, auto-deploy from Git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Local Marketplace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2880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F8B8D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31720"/>
            <a:ext cx="3520440" cy="54864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574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the shop directory, opens a shop, views its products, adds to cart, places orders, tracks status.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82880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F6B5B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2331720"/>
            <a:ext cx="3520440" cy="548640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0574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63440" y="310896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→ waits for admin approval → sets up shop profile → uploads products → fulfils orders.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182880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82880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6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2331720"/>
            <a:ext cx="3520440" cy="548640"/>
          </a:xfrm>
          <a:prstGeom prst="rect">
            <a:avLst/>
          </a:prstGeom>
          <a:solidFill>
            <a:srgbClr val="0B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20574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503920" y="310896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Approves/rejects seller applications, manages categories, moderates listings, views platform-wide orders.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FEATURE 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Buyer-Side Features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Local Marketplace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801368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directory of all approved shops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05740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1801368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specific shop and view only that shop's products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218688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products within a shop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108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34747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3218688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 to cart (per-shop or multi-shop split at checkout)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89204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4636008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an order and track status: placed → confirmed → shipped → delivered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55080" y="45262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0" y="489204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223760" y="4636008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profile with full order history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FEATURE 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Seller-Side Features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Local Marketplace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801368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registration with shop details (name, brand, address)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057400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1801368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 — shop goes live only after admin approval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218688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dashboard: add / edit / delete products with images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108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3474720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3218688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and price management per product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892040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4636008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update incoming orders for their own shop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55080" y="45262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0" y="4892040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223760" y="4636008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shop profile page shown to buyers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FEATURE 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Admin-Side &amp; Platform-Wide Features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Local Marketplace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109728" cy="109728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65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seller/shop registration requests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109728" cy="109728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260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 categories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05072"/>
            <a:ext cx="109728" cy="109728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862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shops, all orders, and basic platform stats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965192"/>
            <a:ext cx="109728" cy="109728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8463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or remove a shop if needed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6459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2084832"/>
            <a:ext cx="109728" cy="10972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965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with role-based route protection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044952"/>
            <a:ext cx="109728" cy="10972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9260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Shop-scoped product isolation — enforced at DB + API level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005072"/>
            <a:ext cx="109728" cy="10972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8862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via Multer + Cloudinary for products &amp; shop logos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4965192"/>
            <a:ext cx="109728" cy="10972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48463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and checkout flow with order creation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80760" y="1691640"/>
            <a:ext cx="0" cy="429768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Local Marketplace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MongoDB is used — no SQL database anywhere in the stack. Six collections, linked with ObjectId references.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11680"/>
            <a:ext cx="109728" cy="141732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214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password, role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(buyer / seller / admin)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0116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2011680"/>
            <a:ext cx="109728" cy="1417320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1214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25146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sellerId, shopName, shopLogo,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isApproved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0116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2011680"/>
            <a:ext cx="109728" cy="1417320"/>
          </a:xfrm>
          <a:prstGeom prst="rect">
            <a:avLst/>
          </a:prstGeom>
          <a:solidFill>
            <a:srgbClr val="0B3D62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1214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25146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shopId, name, brand, price,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images[]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657600"/>
            <a:ext cx="109728" cy="141732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160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buyerId, items[{productId,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shopId, qty}]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657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3657600"/>
            <a:ext cx="109728" cy="1417320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17720" y="4160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buyerId, shopId, products[],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totalAmount, status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3657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38160" y="3657600"/>
            <a:ext cx="109728" cy="1417320"/>
          </a:xfrm>
          <a:prstGeom prst="rect">
            <a:avLst/>
          </a:prstGeom>
          <a:solidFill>
            <a:srgbClr val="0B3D62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12480" y="4160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(managed by admin)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products.shopId is the key that enforces catalogue isolation — every product belongs to exactly one shop.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Image Upload Flow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Local Marketplace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AF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client/  →  React frontend (buyer, seller, admin pages)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AF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61488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  →  Express API (routes, controllers, models)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AF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11296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server/models/  →  User, Shop, Product, Cart, Order, Category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26110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AF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61104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server/middleware/  →  auth, role-check, upload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01091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AF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010912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  →  report, ER diagram, screenshots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FLOW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2148840"/>
            <a:ext cx="51206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14884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Form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27157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B8D"/>
                </a:solidFill>
              </a:rPr>
              <a:t>▼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971800"/>
            <a:ext cx="51206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97180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(Express)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09360" y="353872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B8D"/>
                </a:solidFill>
              </a:rPr>
              <a:t>▼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3794760"/>
            <a:ext cx="51206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79476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09360" y="436168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B8D"/>
                </a:solidFill>
              </a:rPr>
              <a:t>▼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4617720"/>
            <a:ext cx="5120640" cy="566928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61772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URL saved in MongoDB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56235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FF3F0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56235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CDN URL is stored in MongoDB — never raw image files — keeping the DB light and image traffic off the app server.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Usability &amp; Future Scope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Local Marketplace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USE THIS?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109728" cy="109728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659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wholesalers who want a direct storefront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109728" cy="109728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260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owners selling their own product 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05072"/>
            <a:ext cx="109728" cy="109728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862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shops (grocery, clothing, footwear) going online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965192"/>
            <a:ext cx="109728" cy="109728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8463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who want a specific seller's brand, not a random match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1691640"/>
            <a:ext cx="0" cy="429768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6459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(v2)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05740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EAF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057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reviews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2679192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EAF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6791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tracking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3300984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EAF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30098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analytics dashboard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922776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EAF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392277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&amp; coupon system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0B3D62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6235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built — this deck proposes the problem, the solution, and the exact tools we plan to use before development begins.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F8B8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5029200" cy="5029200"/>
          </a:xfrm>
          <a:prstGeom prst="ellipse">
            <a:avLst/>
          </a:prstGeom>
          <a:solidFill>
            <a:srgbClr val="FF6B5B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2461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023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Local Marketplace  ·  Group Project, 6 Members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2026-08-20T16:45:46Z</dcterms:created>
  <dcterms:modified xsi:type="dcterms:W3CDTF">2026-08-20T16:45:46Z</dcterms:modified>
</cp:coreProperties>
</file>